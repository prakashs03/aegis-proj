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34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Aegis – Real-time Transaction Fraud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Streaming • ML Models • API •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Detect &amp; block fraudulent transactions in real time.</a:t>
            </a:r>
          </a:p>
          <a:p>
            <a:pPr marL="0" indent="0">
              <a:buNone/>
            </a:pPr>
            <a:r>
              <a:rPr dirty="0"/>
              <a:t>• Traditional batch systems detect fraud too late.</a:t>
            </a:r>
          </a:p>
          <a:p>
            <a:pPr marL="0" indent="0">
              <a:buNone/>
            </a:pPr>
            <a:r>
              <a:rPr dirty="0"/>
              <a:t>• Aegis processes streaming data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User makes unusual high-value purchase in foreign country.</a:t>
            </a:r>
          </a:p>
          <a:p>
            <a:pPr marL="0" indent="0">
              <a:buNone/>
            </a:pPr>
            <a:r>
              <a:rPr dirty="0"/>
              <a:t>• Aegis evaluates and assigns fraud probability.</a:t>
            </a:r>
          </a:p>
          <a:p>
            <a:pPr marL="0" indent="0">
              <a:buNone/>
            </a:pPr>
            <a:r>
              <a:rPr dirty="0"/>
              <a:t>• Flags/blocks highly suspicious transactions.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Data Generator</a:t>
            </a:r>
          </a:p>
          <a:p>
            <a:pPr marL="0" indent="0">
              <a:buNone/>
            </a:pPr>
            <a:r>
              <a:rPr dirty="0"/>
              <a:t>2. Feature Engineering</a:t>
            </a:r>
          </a:p>
          <a:p>
            <a:pPr marL="0" indent="0">
              <a:buNone/>
            </a:pPr>
            <a:r>
              <a:rPr dirty="0"/>
              <a:t>3. ML Models (Isolation Forest, Autoencoder)</a:t>
            </a:r>
          </a:p>
          <a:p>
            <a:pPr marL="0" indent="0">
              <a:buNone/>
            </a:pPr>
            <a:r>
              <a:rPr dirty="0"/>
              <a:t>4. </a:t>
            </a:r>
            <a:r>
              <a:rPr dirty="0" err="1"/>
              <a:t>FastAPI</a:t>
            </a:r>
            <a:r>
              <a:rPr dirty="0"/>
              <a:t> Real-time API</a:t>
            </a:r>
          </a:p>
          <a:p>
            <a:pPr marL="0" indent="0">
              <a:buNone/>
            </a:pPr>
            <a:r>
              <a:rPr dirty="0"/>
              <a:t>5. Producer (Streaming)</a:t>
            </a:r>
          </a:p>
          <a:p>
            <a:pPr marL="0" indent="0">
              <a:buNone/>
            </a:pPr>
            <a:r>
              <a:rPr dirty="0"/>
              <a:t>6. SQLite Storage</a:t>
            </a:r>
          </a:p>
          <a:p>
            <a:pPr marL="0" indent="0">
              <a:buNone/>
            </a:pPr>
            <a:r>
              <a:rPr dirty="0"/>
              <a:t>7. </a:t>
            </a:r>
            <a:r>
              <a:rPr dirty="0" err="1"/>
              <a:t>Streamlit</a:t>
            </a:r>
            <a:r>
              <a:rPr dirty="0"/>
              <a:t>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Synthetic historical dataset (~20k rows).</a:t>
            </a:r>
          </a:p>
          <a:p>
            <a:pPr marL="0" indent="0">
              <a:buNone/>
            </a:pPr>
            <a:r>
              <a:rPr dirty="0"/>
              <a:t>• Used for model training.</a:t>
            </a:r>
          </a:p>
          <a:p>
            <a:pPr marL="0" indent="0">
              <a:buNone/>
            </a:pPr>
            <a:r>
              <a:rPr dirty="0"/>
              <a:t>• Live producer simulates actual transaction streams.</a:t>
            </a:r>
          </a:p>
          <a:p>
            <a:pPr marL="0" indent="0">
              <a:buNone/>
            </a:pPr>
            <a:r>
              <a:rPr dirty="0"/>
              <a:t>• All results stored in </a:t>
            </a:r>
            <a:r>
              <a:rPr dirty="0" err="1"/>
              <a:t>results.db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amount_log</a:t>
            </a:r>
            <a:r>
              <a:rPr dirty="0"/>
              <a:t> = log(amount + 1)</a:t>
            </a:r>
          </a:p>
          <a:p>
            <a:pPr marL="0" indent="0">
              <a:buNone/>
            </a:pPr>
            <a:r>
              <a:rPr dirty="0"/>
              <a:t>• Timestamp encoding: </a:t>
            </a:r>
            <a:r>
              <a:rPr dirty="0" err="1"/>
              <a:t>hour_sin</a:t>
            </a:r>
            <a:r>
              <a:rPr dirty="0"/>
              <a:t>, </a:t>
            </a:r>
            <a:r>
              <a:rPr dirty="0" err="1"/>
              <a:t>hour_cos</a:t>
            </a:r>
            <a:endParaRPr dirty="0"/>
          </a:p>
          <a:p>
            <a:pPr marL="0" indent="0">
              <a:buNone/>
            </a:pPr>
            <a:r>
              <a:rPr dirty="0"/>
              <a:t>• Country &amp; merchant one-hot encoding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StandardScaler</a:t>
            </a:r>
            <a:r>
              <a:rPr dirty="0"/>
              <a:t> normalization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Isolation Forest:</a:t>
            </a:r>
          </a:p>
          <a:p>
            <a:r>
              <a:t>   - Detects anomalies</a:t>
            </a:r>
          </a:p>
          <a:p>
            <a:r>
              <a:t>   - Fast, unsupervised</a:t>
            </a:r>
          </a:p>
          <a:p>
            <a:endParaRPr/>
          </a:p>
          <a:p>
            <a:r>
              <a:t>2. Autoencoder:</a:t>
            </a:r>
          </a:p>
          <a:p>
            <a:r>
              <a:t>   - Learns normal patterns</a:t>
            </a:r>
          </a:p>
          <a:p>
            <a:r>
              <a:t>   - High reconstruction error indicates fraud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FastAPI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Endpoint: POST /predict</a:t>
            </a:r>
          </a:p>
          <a:p>
            <a:pPr marL="0" indent="0">
              <a:buNone/>
            </a:pPr>
            <a:r>
              <a:rPr dirty="0"/>
              <a:t>• Accepts single transaction JSON</a:t>
            </a:r>
          </a:p>
          <a:p>
            <a:pPr marL="0" indent="0">
              <a:buNone/>
            </a:pPr>
            <a:r>
              <a:rPr dirty="0"/>
              <a:t>• Runs feature engineering + model inference</a:t>
            </a:r>
          </a:p>
          <a:p>
            <a:pPr marL="0" indent="0">
              <a:buNone/>
            </a:pPr>
            <a:r>
              <a:rPr dirty="0"/>
              <a:t>• Returns fraud label + scores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Producer (Streaming)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Simulates real-time transaction flow</a:t>
            </a:r>
          </a:p>
          <a:p>
            <a:pPr marL="0" indent="0">
              <a:buNone/>
            </a:pPr>
            <a:r>
              <a:rPr dirty="0"/>
              <a:t>• Sends transactions to API at controlled rate</a:t>
            </a:r>
          </a:p>
          <a:p>
            <a:pPr marL="0" indent="0">
              <a:buNone/>
            </a:pPr>
            <a:r>
              <a:rPr dirty="0"/>
              <a:t>• Saves predictions to SQLite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Shows total vs flagged transactions</a:t>
            </a:r>
          </a:p>
          <a:p>
            <a:pPr marL="0" indent="0">
              <a:buNone/>
            </a:pPr>
            <a:r>
              <a:rPr dirty="0"/>
              <a:t>• Displays latest frauds</a:t>
            </a:r>
          </a:p>
          <a:p>
            <a:pPr marL="0" indent="0">
              <a:buNone/>
            </a:pPr>
            <a:r>
              <a:rPr dirty="0"/>
              <a:t>• Fraud distribution by country</a:t>
            </a:r>
          </a:p>
          <a:p>
            <a:pPr marL="0" indent="0">
              <a:buNone/>
            </a:pPr>
            <a:r>
              <a:rPr dirty="0"/>
              <a:t>• Stops auto-refresh after 200 transactions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Successfully processed 200 streaming transactions</a:t>
            </a:r>
          </a:p>
          <a:p>
            <a:pPr marL="0" indent="0">
              <a:buNone/>
            </a:pPr>
            <a:r>
              <a:rPr dirty="0"/>
              <a:t>• Fraud detection working with tuned thresholds</a:t>
            </a:r>
          </a:p>
          <a:p>
            <a:pPr marL="0" indent="0">
              <a:buNone/>
            </a:pPr>
            <a:r>
              <a:rPr dirty="0"/>
              <a:t>• Dashboard visualizes fraud distribution clearly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Real-time fraud detection pipeline fully implemented.</a:t>
            </a:r>
          </a:p>
          <a:p>
            <a:pPr marL="0" indent="0">
              <a:buNone/>
            </a:pPr>
            <a:r>
              <a:rPr dirty="0"/>
              <a:t>• ML + streaming + API + dashboard integrated into one system.</a:t>
            </a:r>
          </a:p>
          <a:p>
            <a:pPr marL="0" indent="0">
              <a:buNone/>
            </a:pPr>
            <a:r>
              <a:rPr dirty="0"/>
              <a:t>• Scalable and extendable architecture.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Replace producer with Kafka</a:t>
            </a:r>
          </a:p>
          <a:p>
            <a:pPr marL="0" indent="0">
              <a:buNone/>
            </a:pPr>
            <a:r>
              <a:rPr dirty="0"/>
              <a:t>• Deploy on cloud (AWS/GCP)</a:t>
            </a:r>
          </a:p>
          <a:p>
            <a:pPr marL="0" indent="0">
              <a:buNone/>
            </a:pPr>
            <a:r>
              <a:rPr dirty="0"/>
              <a:t>• Add alerting (SMS/Email)</a:t>
            </a:r>
          </a:p>
          <a:p>
            <a:pPr marL="0" indent="0">
              <a:buNone/>
            </a:pPr>
            <a:r>
              <a:rPr dirty="0"/>
              <a:t>• Train models on real financial datasets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358</Words>
  <Application>Microsoft Office PowerPoint</Application>
  <PresentationFormat>On-screen Show (4:3)</PresentationFormat>
  <Paragraphs>63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Aegis – Real-time Transaction Fraud Detection</vt:lpstr>
      <vt:lpstr>Problem Statement</vt:lpstr>
      <vt:lpstr>Use Case</vt:lpstr>
      <vt:lpstr>Architecture Overview</vt:lpstr>
      <vt:lpstr>Data Pipeline</vt:lpstr>
      <vt:lpstr>Feature Engineering</vt:lpstr>
      <vt:lpstr>Machine Learning Models</vt:lpstr>
      <vt:lpstr>FastAPI Service</vt:lpstr>
      <vt:lpstr>Producer (Streaming)</vt:lpstr>
      <vt:lpstr>Streamlit Dashboard</vt:lpstr>
      <vt:lpstr>Results</vt:lpstr>
      <vt:lpstr>Conclusion</vt:lpstr>
      <vt:lpstr>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Jayaprakash Srinivasan</cp:lastModifiedBy>
  <cp:revision>2</cp:revision>
  <dcterms:created xsi:type="dcterms:W3CDTF">2013-01-27T09:14:16Z</dcterms:created>
  <dcterms:modified xsi:type="dcterms:W3CDTF">2025-12-04T14:17:16Z</dcterms:modified>
  <cp:category/>
</cp:coreProperties>
</file>